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VoiceGen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-Agent: An Agentic AI Framework for Low-Latency Voice Assistants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Aadit Wadhwa –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2210990002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Ajay Rana – 2210990080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Kavyam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Sachdeva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– 2210990501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Lokesh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arg – 2210990544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Lalit K. Sharma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of Support: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 service has transitioned from human-operated phone hubs to automated menus and rule-based bots, finally arriving at independent, "smart" programs.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 Intelligence: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systems differ from their predecessors by maintaining continuity; they observe context, store historical data, and recall past interactions rather than resetting every session.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 Problem Solving: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Today's helpers are objective-driven rather than path-driven, meaning they can organize their own steps and adapt their behavior to reach a goal without constant human input.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Latency Barrier: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hurdle for voice-driven AI is "timing" rather than "smarts." To mimic natural human conversation, responses must occur within 300–500 milliseconds, a threshold most current AI which often takes over a second, struggles to meet.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F6EC-F2B4-0550-061E-6C08DA40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BFD14E4-A941-35CA-B8E7-63A0C2CF196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ASR (Automatic Speech Recognition)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DD32C87-75F4-8275-A866-D7455F31508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6D06AAB-5C1D-E412-4161-A088A0F0E6B5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Converts speech → text in real time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 balance:  → Accuracy (WER)  → Latency (Streaming)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Architectures: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CTC → Low latency</a:t>
            </a:r>
            <a:b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RNN-T → Streaming capability</a:t>
            </a:r>
            <a:b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Conformer → High accuracy</a:t>
            </a:r>
            <a:b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Whisper → Noise robustness</a:t>
            </a:r>
            <a:b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Wav2Vec 2.0 → Data-efficient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BC0F2-9E94-F45E-24EA-F9FADBE7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748" y="3691467"/>
            <a:ext cx="4153240" cy="28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95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85D9-A844-4F25-850D-FD374E16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FEC06FC-2227-7785-C395-EF6522CC0F5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(Language Understanding Core)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86CC0FC-1D79-6A7F-8B02-C739A6BA48E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533EEF6-561B-949E-DF2F-D99FF5609673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Converts text → meaning → response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Depends heavily on ASR quality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Models / Techniques: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Llama-3 → strong reasoning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Mixtral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→ efficient inference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Quantization → faster, lower memory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FlashAttention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speed optimization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Speculative Decoding → 2–3x faster generation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Challenge:- Balance → speed vs accuracy vs cost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EE0EBB-0D79-B847-2E8F-6DDA388A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454" y="4036953"/>
            <a:ext cx="3543828" cy="250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8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8F37-C373-829A-0F6E-C04464284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CCDFC7C-C405-83AE-1BD5-BABFC1432F9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TTS (Text-to-Speech)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CE6E1B2-B0B6-98D2-2E69-55600FCD3B6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BEB74BF-DA1A-111E-D173-5027D43CFEB9}"/>
              </a:ext>
            </a:extLst>
          </p:cNvPr>
          <p:cNvSpPr txBox="1"/>
          <p:nvPr/>
        </p:nvSpPr>
        <p:spPr>
          <a:xfrm>
            <a:off x="152640" y="1092809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Converts response → natural voice output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 feel human &amp; instant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 Methods: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Tacotron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→ high quality (but slow)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FastSpeech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→ non-autoregressive (very fast)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HiFi-GAN → ultra-fast vocoder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VITS → end-to-end synthesis</a:t>
            </a:r>
            <a:b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VALL-E → voice cloning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Parallel generation = low latency + stable output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D5DC92-FFC0-A674-065D-DB14D1A545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866" y="4251598"/>
            <a:ext cx="3488267" cy="23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8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203F-9158-D5A3-F98A-C1CA6D2F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7FCF91F-1B0B-C05A-F67A-CCE0A122ADA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VoiceGen</a:t>
            </a: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-Agent Integration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43A7B76-5B7E-777B-6C6F-F62F4F4510E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B0C32C5-4889-CF0E-96F3-A4CE94E0E3F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innovation → Parallel Processing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waiting between stages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Flow: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Speech streams in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Partial transcription begins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LLM predicts early responses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TTS generates audio in chunks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Overlapping execution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Real-time conversational feel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959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0C9A-2A5E-6B58-118E-31FD2593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F80C52F-0D12-7C41-8D4A-5D54FFB23CE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 Optimization (Core Contribution)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2F7653E-8430-DB61-2A25-79255ECA803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1B2009A-4145-3984-2B79-609A739B166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Breakdown: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ASR: 100–200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LLM: 200–400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TTS: 100–300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Perceived Latency: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800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works: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Streaming inputs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Parallel execution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Predictive generation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745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4467-CF6E-1867-445B-6289D0021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C830B6B-AD56-B90E-5B58-0203BA6B3C3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Impact &amp; Conclusion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2810277-8A08-4294-34F8-81ECA5C0EA8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9D89D43A-01F6-B7D1-46F3-2BFC3BBDDA2D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near human-like response time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voice AI systems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infrastructure cost by: 40–60% cost reduction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Move from sequential → parallel AI pipelines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Combine speed + intelligence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Scalable for real-world deployment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860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34859</TotalTime>
  <Words>581</Words>
  <Application>Microsoft Office PowerPoint</Application>
  <PresentationFormat>On-screen Show (4:3)</PresentationFormat>
  <Paragraphs>96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Aadit Wadhwa</cp:lastModifiedBy>
  <cp:revision>2301</cp:revision>
  <dcterms:created xsi:type="dcterms:W3CDTF">2010-04-09T07:36:15Z</dcterms:created>
  <dcterms:modified xsi:type="dcterms:W3CDTF">2026-05-05T13:57:10Z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